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F7F"/>
    <a:srgbClr val="0789E0"/>
    <a:srgbClr val="008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2"/>
    <p:restoredTop sz="94694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33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EB9E07-0BF9-E5A9-0E58-8E5725D3C2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57A82-1758-7662-1A03-D05A22E6B8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4FCFC-46BC-B44B-AF96-94235BE26636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486D0-B6F3-F736-2B99-D21B3FC3FB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72D48-CAB2-9328-D080-AA4835C4C2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0A97F-A0EA-D749-B180-4D1FB82BA2A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36187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4E2E1-6DF4-9444-8D48-00CB177C63BC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1605F-18BB-E043-9A29-A2A1F7B02B6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1094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1605F-18BB-E043-9A29-A2A1F7B02B6A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58456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1605F-18BB-E043-9A29-A2A1F7B02B6A}" type="slidenum">
              <a:rPr lang="en-VN" smtClean="0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86274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DF50-9C77-77B1-99EA-2E532A450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BC70C-1D35-1E3E-0067-CBC66EFF1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7213C-6E14-16E5-B9E8-93376DE6A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DFD89-CF3D-8057-6D73-1645009CF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1605F-18BB-E043-9A29-A2A1F7B02B6A}" type="slidenum">
              <a:rPr lang="en-VN" smtClean="0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3108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FE842A-E627-9FCA-D330-837A7A58956D}"/>
              </a:ext>
            </a:extLst>
          </p:cNvPr>
          <p:cNvSpPr/>
          <p:nvPr userDrawn="1"/>
        </p:nvSpPr>
        <p:spPr>
          <a:xfrm>
            <a:off x="0" y="5778000"/>
            <a:ext cx="3600000" cy="1080000"/>
          </a:xfrm>
          <a:prstGeom prst="rect">
            <a:avLst/>
          </a:prstGeom>
          <a:solidFill>
            <a:srgbClr val="078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71D689-F05A-A402-5027-1C317F77014C}"/>
              </a:ext>
            </a:extLst>
          </p:cNvPr>
          <p:cNvSpPr/>
          <p:nvPr userDrawn="1"/>
        </p:nvSpPr>
        <p:spPr>
          <a:xfrm>
            <a:off x="3192000" y="5778000"/>
            <a:ext cx="9000000" cy="1080000"/>
          </a:xfrm>
          <a:prstGeom prst="rect">
            <a:avLst/>
          </a:prstGeom>
          <a:solidFill>
            <a:srgbClr val="06B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8EC01-552B-87F3-7E1F-223004A47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55723"/>
          </a:xfrm>
        </p:spPr>
        <p:txBody>
          <a:bodyPr anchor="ctr">
            <a:normAutofit/>
          </a:bodyPr>
          <a:lstStyle>
            <a:lvl1pPr algn="ctr">
              <a:lnSpc>
                <a:spcPct val="130000"/>
              </a:lnSpc>
              <a:defRPr sz="5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D5BD6-D635-236C-D8E8-A8D7BBFBF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1370"/>
            <a:ext cx="9144000" cy="81642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E4930-3CFD-BEA4-730C-D54E2D32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9E2FB-EAB8-F0F5-192B-C2CAC8AF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5257-0A68-A3A8-1302-06923C66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390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E4930-3CFD-BEA4-730C-D54E2D32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9E2FB-EAB8-F0F5-192B-C2CAC8AF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5257-0A68-A3A8-1302-06923C66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3FB731B-86A2-A80E-D075-31BAD1D7B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32513" y="1466396"/>
            <a:ext cx="7271657" cy="4351338"/>
          </a:xfrm>
        </p:spPr>
        <p:txBody>
          <a:bodyPr/>
          <a:lstStyle>
            <a:lvl1pPr>
              <a:lnSpc>
                <a:spcPct val="150000"/>
              </a:lnSpc>
              <a:defRPr sz="3000" b="1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3056064-780A-8816-74FF-A600E6217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512" y="365125"/>
            <a:ext cx="7271657" cy="919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41C8F2-47BE-3062-DF93-D6119A7BA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9661" y="702290"/>
            <a:ext cx="3454513" cy="537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8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EC01-552B-87F3-7E1F-223004A47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372" y="1318306"/>
            <a:ext cx="8196942" cy="2387600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D5BD6-D635-236C-D8E8-A8D7BBFBF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2" y="3797981"/>
            <a:ext cx="819694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E4930-3CFD-BEA4-730C-D54E2D32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9E2FB-EAB8-F0F5-192B-C2CAC8AF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5257-0A68-A3A8-1302-06923C66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865B02-2AC7-95BD-284B-D7D7A8785A0F}"/>
              </a:ext>
            </a:extLst>
          </p:cNvPr>
          <p:cNvSpPr/>
          <p:nvPr userDrawn="1"/>
        </p:nvSpPr>
        <p:spPr>
          <a:xfrm>
            <a:off x="8701630" y="695094"/>
            <a:ext cx="3240000" cy="5400000"/>
          </a:xfrm>
          <a:prstGeom prst="rect">
            <a:avLst/>
          </a:prstGeom>
          <a:solidFill>
            <a:srgbClr val="06B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60956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ub_Chapt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9E20-2A68-13AB-9CC5-9D63F2C2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28"/>
            <a:ext cx="10515600" cy="10870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30E9-44AB-AD75-4DD8-B122372DE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3073"/>
            <a:ext cx="5181600" cy="48938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EAE03-8550-A30B-6F02-3BB2754BE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83073"/>
            <a:ext cx="5181600" cy="48938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82328-9D11-3182-AD49-0C4C97F4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FF1A7-C78D-62F6-D29A-66D047BE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75100-635D-DDD6-1CDC-7D0EA0BE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8560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_Chap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F0D3BD-D3FD-9509-E3B1-1531B4C858CD}"/>
              </a:ext>
            </a:extLst>
          </p:cNvPr>
          <p:cNvSpPr/>
          <p:nvPr userDrawn="1"/>
        </p:nvSpPr>
        <p:spPr>
          <a:xfrm>
            <a:off x="0" y="5778000"/>
            <a:ext cx="12192000" cy="1080000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7CCB-A4A7-0614-49E6-AFD2B7B0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40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1F7DB-0885-9FCE-D26A-B42AB96A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EFEC6-005D-F4AE-3E5A-7C9C6B69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D9732-99B5-FF0D-23AA-E5627EB4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2A8A0-2F92-B2C0-66B9-D4BC5D2C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4154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AAAD-B2BF-2E37-BA07-A38E427D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954CD-7BFB-F032-E116-16F027AB4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14889-90E2-FB7B-245A-306CFAE4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241F7-1011-E367-841A-749D0EF4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28EBA-6044-D523-37AE-7CD2DC7F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789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9E20-2A68-13AB-9CC5-9D63F2C2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30E9-44AB-AD75-4DD8-B122372DE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EAE03-8550-A30B-6F02-3BB2754BE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82328-9D11-3182-AD49-0C4C97F4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FF1A7-C78D-62F6-D29A-66D047BE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75100-635D-DDD6-1CDC-7D0EA0BE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2614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D7BB-6E04-3030-4AAD-14F0C3E7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27B6D-DEF7-9264-4941-BB8D1167D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FD9C5-D13B-513D-7695-6B46574C8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9A266-6A56-88D9-2CB0-AAA188FF9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B5898-1C8A-E399-50E4-030A7A44E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B1710-8E99-4C23-E134-AAFC0B67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944D2-67E7-5C57-1C7D-5CA02B55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AB078-7774-E009-8310-35ACFD28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8502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893D-2A78-7DB1-3891-03915989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97E8F-7AD5-3A51-06FA-55AB9760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44A8C-D701-99B9-9810-401143E3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D4638-D0B8-EA4D-2570-A3668BFD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3825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FC4A8-C1DE-FC2A-0958-C1720413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D99FF-9C15-CE2F-D685-CD4370B8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7B4D5-1E70-3EC4-9D49-056F70D7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25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2E15-DA36-9A88-3170-596AAF82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76D5-12BB-F33B-A8A4-5F30EA8F0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F99D6-0F72-0F32-EFD5-7A8C1C852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1FA44-D25D-3057-D140-72C4F69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3DF39-0EA9-124B-C729-B8CD8FED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94445-583B-8895-FA3C-7490D149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23661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B851-77FB-20B1-A63A-A90BE954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6B29FC-F154-C11B-FBB7-BF834BF5D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8A795-8FD2-3390-90B8-4402BB17B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3C7A0-8B69-3852-DA7B-5045E052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84863-5BA1-FCAD-6382-5F72AC9CB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C820B-DBDF-80AA-200E-516E1722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76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9EB4-053A-8FC5-A792-648886E3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D9336-4C95-A006-EED8-10BFA6E5C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31104-08D1-AE9C-1540-F398828E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E825-05F2-55DE-425F-1007B91C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A6BF2-2D97-826B-3F8C-A03AA1EC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8531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5A8DE-B090-E9E7-D57B-73F1DF37F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4DD13-68A3-E479-EDA0-E34F3ACD3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C35E-D4FB-AC1A-EA32-249308FE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D5EA2-3C1F-7A16-1824-48EAE96B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8C8ED-24A4-3CAE-B706-FB231E81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7765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5F9C-2245-F070-CBD7-2E4B21FB9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53949-D789-F6AA-16F1-2C600931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00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A5726-ECA7-EE50-F446-C393FC116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0950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8964D-A620-1D41-85CE-936EA3C65150}" type="datetimeFigureOut">
              <a:rPr lang="en-VN" smtClean="0"/>
              <a:t>11/10/2025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50340-20C1-2096-3F5B-4D6A943B1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950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4C6D8-E719-E9DC-2A92-224D97CB6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0950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9D7F3-57B4-8944-AD9C-40C89FACB735}" type="slidenum">
              <a:rPr lang="en-VN" smtClean="0"/>
              <a:t>‹#›</a:t>
            </a:fld>
            <a:endParaRPr lang="en-V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7DD1DE-8B5C-9DB9-1F9D-0BBF673F2D1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10158" y="71211"/>
            <a:ext cx="1600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8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49" r:id="rId3"/>
    <p:sldLayoutId id="2147483660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224D-6A1C-99CE-151D-6532ABEE6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3000" b="1" cap="all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TITLE</a:t>
            </a:r>
            <a:endParaRPr lang="en-VN" sz="3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717B27-B75B-7678-C55A-581C27E4C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3083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245FF6-68CE-723E-57D2-39347BB13E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LIST SECTIONS</a:t>
            </a:r>
            <a:endParaRPr lang="en-VN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4D5999-9AE7-8DA9-3F1E-6596F750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36655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5EB3F3-A2BD-A8D1-D9BD-CA500765F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  <a:endParaRPr lang="en-VN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A4FA1468-6282-7106-29EF-044E07ADF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1908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4FC555-20AB-1D78-1B09-B5DA7DA3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SUBSECTION</a:t>
            </a:r>
            <a:endParaRPr lang="en-V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3D4522-A6A1-E48C-FC13-50246CF9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SUBSECTION BODY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2298524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478C-222C-1E98-4526-37DE9200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BDB2-8A79-B1AE-0FF3-0B0594195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3000" b="1" cap="all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THANK YOU</a:t>
            </a:r>
            <a:endParaRPr lang="en-VN" sz="30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01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14</Words>
  <Application>Microsoft Office PowerPoint</Application>
  <PresentationFormat>Widescreen</PresentationFormat>
  <Paragraphs>10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Helvetica</vt:lpstr>
      <vt:lpstr>Times New Roman</vt:lpstr>
      <vt:lpstr>Office Theme</vt:lpstr>
      <vt:lpstr>TITLE</vt:lpstr>
      <vt:lpstr>AGENDA</vt:lpstr>
      <vt:lpstr>SECTION TITLE</vt:lpstr>
      <vt:lpstr>SUBSECTION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HạnhDD</dc:creator>
  <cp:lastModifiedBy>Quốc Đặng</cp:lastModifiedBy>
  <cp:revision>168</cp:revision>
  <dcterms:created xsi:type="dcterms:W3CDTF">2025-10-28T08:17:11Z</dcterms:created>
  <dcterms:modified xsi:type="dcterms:W3CDTF">2025-11-10T02:30:26Z</dcterms:modified>
</cp:coreProperties>
</file>